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9"/>
  </p:notesMasterIdLst>
  <p:sldIdLst>
    <p:sldId id="256" r:id="rId2"/>
    <p:sldId id="268" r:id="rId3"/>
    <p:sldId id="269" r:id="rId4"/>
    <p:sldId id="270" r:id="rId5"/>
    <p:sldId id="271" r:id="rId6"/>
    <p:sldId id="272" r:id="rId7"/>
    <p:sldId id="257" r:id="rId8"/>
    <p:sldId id="260" r:id="rId9"/>
    <p:sldId id="259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5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5E23B-0C02-45C8-90A8-1DD4A0703AC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59CB9-3FBD-4C6A-B95F-626319C055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42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2531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75039-8A84-FE59-409F-D6B44E498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193ADFD-7586-5358-AE2C-06B598348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662063D-86F2-719E-6C22-861DF9768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B230BB9-DCE4-CC9F-348F-AD370D68C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4584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A8124-2A83-4648-AE38-0D8DFFEF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DF5B68F-46B2-FD06-CE34-CEC877C3E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F9FFDFB-F64A-BDA2-C620-958A31A15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17EDDFB-C347-E5FA-F2C9-891A2AA73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1700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6856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DC4C-EC1A-B0EE-B6E1-B06557ED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2ABF0EE-3852-AE83-D42F-E73DE6B1A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47B7BEE-90EB-1CD7-7946-1FAA10C4B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F3A1F75-4C54-679C-90E2-142DEF350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6688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A604-D953-5E99-CDE5-2CD37604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FE305C8-BF38-2BE1-D42E-BCE48427F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ED30FA4-4108-EFE7-A667-3A4E107B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A0015E0-5C7B-53F9-B11A-99C4CAB9F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8608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FF22-647C-893E-27A9-D10C97AD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53D6E67-D1DA-90BA-7F6D-294D9CD7A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9ED3D71-5300-E9D6-9326-85AF7C8A9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87B8F0E-EB29-4D05-BE72-E85211C9C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5723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0A3A-DF08-A283-D822-195F54D1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CAEB8B5-E37D-6CDA-F8EF-BEE643AB6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0A3EE64-5AF2-6A8D-E0B6-E98A27FCF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C402CCB-9278-DA7E-9518-F513EF67F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8190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715C-D22B-C290-3E83-1135CF89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B594115E-5D03-2B0A-3889-C8F6ABD86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ADBFEE8-3124-D7BE-71E6-B0769CE72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6DC79E8-71D7-6CF6-34D2-ECE8E63AE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59CB9-3FBD-4C6A-B95F-626319C0553F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961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2614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056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305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404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541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13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392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239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27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577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247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0270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877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22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9392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9196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9139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AAC4D0F-E820-4ED5-BFE5-C7DE8876BBB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3631D-759A-484E-AC3A-752BAB0120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5463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7EE2B3-D499-F430-5FC3-0F67B92CC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83" y="2847668"/>
            <a:ext cx="11221233" cy="1162664"/>
          </a:xfrm>
        </p:spPr>
        <p:txBody>
          <a:bodyPr/>
          <a:lstStyle/>
          <a:p>
            <a:pPr algn="ctr"/>
            <a:r>
              <a:rPr lang="hu-HU" dirty="0" err="1"/>
              <a:t>CtrlAltDefekt</a:t>
            </a:r>
            <a:r>
              <a:rPr lang="hu-HU" dirty="0"/>
              <a:t> - Kvízjáték</a:t>
            </a:r>
          </a:p>
        </p:txBody>
      </p:sp>
    </p:spTree>
    <p:extLst>
      <p:ext uri="{BB962C8B-B14F-4D97-AF65-F5344CB8AC3E}">
        <p14:creationId xmlns:p14="http://schemas.microsoft.com/office/powerpoint/2010/main" val="405937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képernyőkép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C5D3889-EC38-F95B-83A8-AAF253C4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2" y="3709352"/>
            <a:ext cx="5919017" cy="3012818"/>
          </a:xfrm>
          <a:prstGeom prst="rect">
            <a:avLst/>
          </a:prstGeom>
        </p:spPr>
      </p:pic>
      <p:pic>
        <p:nvPicPr>
          <p:cNvPr id="7" name="Kép 6" descr="A képen szöveg, képernyőkép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3475642-B010-4E28-1451-70C7525C0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2" y="598212"/>
            <a:ext cx="5919017" cy="3012818"/>
          </a:xfrm>
          <a:prstGeom prst="rect">
            <a:avLst/>
          </a:prstGeom>
        </p:spPr>
      </p:pic>
      <p:pic>
        <p:nvPicPr>
          <p:cNvPr id="9" name="Kép 8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17896AC-8B60-25F2-2604-E3C29D0F1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98212"/>
            <a:ext cx="5919016" cy="3012818"/>
          </a:xfrm>
          <a:prstGeom prst="rect">
            <a:avLst/>
          </a:prstGeom>
        </p:spPr>
      </p:pic>
      <p:pic>
        <p:nvPicPr>
          <p:cNvPr id="11" name="Kép 10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271C0F0-8633-5865-B0F8-0DB1708A4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709352"/>
            <a:ext cx="5919016" cy="3012818"/>
          </a:xfrm>
          <a:prstGeom prst="rect">
            <a:avLst/>
          </a:prstGeom>
        </p:spPr>
      </p:pic>
      <p:sp>
        <p:nvSpPr>
          <p:cNvPr id="12" name="Cím 1">
            <a:extLst>
              <a:ext uri="{FF2B5EF4-FFF2-40B4-BE49-F238E27FC236}">
                <a16:creationId xmlns:a16="http://schemas.microsoft.com/office/drawing/2014/main" id="{C1148EB5-BF6B-7238-275E-EF027BC9F311}"/>
              </a:ext>
            </a:extLst>
          </p:cNvPr>
          <p:cNvSpPr txBox="1">
            <a:spLocks/>
          </p:cNvSpPr>
          <p:nvPr/>
        </p:nvSpPr>
        <p:spPr>
          <a:xfrm>
            <a:off x="1776524" y="83662"/>
            <a:ext cx="8638951" cy="5145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u-HU" sz="3200" dirty="0" err="1"/>
              <a:t>Commitok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6042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26356-7FC3-2256-E53B-6AE6E80C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ím 1">
            <a:extLst>
              <a:ext uri="{FF2B5EF4-FFF2-40B4-BE49-F238E27FC236}">
                <a16:creationId xmlns:a16="http://schemas.microsoft.com/office/drawing/2014/main" id="{FE20AD3E-2D77-7B61-6CC0-F821C4281B06}"/>
              </a:ext>
            </a:extLst>
          </p:cNvPr>
          <p:cNvSpPr txBox="1">
            <a:spLocks/>
          </p:cNvSpPr>
          <p:nvPr/>
        </p:nvSpPr>
        <p:spPr>
          <a:xfrm>
            <a:off x="1776524" y="83662"/>
            <a:ext cx="8638951" cy="5145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u-HU" sz="3200" dirty="0" err="1"/>
              <a:t>Trello</a:t>
            </a:r>
            <a:endParaRPr lang="hu-HU" dirty="0"/>
          </a:p>
        </p:txBody>
      </p:sp>
      <p:pic>
        <p:nvPicPr>
          <p:cNvPr id="3" name="Kép 2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EB132B2-6CD0-0862-02C4-43AFE90A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57" y="706367"/>
            <a:ext cx="5433531" cy="5982218"/>
          </a:xfrm>
          <a:prstGeom prst="rect">
            <a:avLst/>
          </a:prstGeom>
        </p:spPr>
      </p:pic>
      <p:pic>
        <p:nvPicPr>
          <p:cNvPr id="6" name="Kép 5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35BC30D-1F83-4619-9957-57610E814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706367"/>
            <a:ext cx="5433531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33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9C0D-92C2-535F-E395-872F6A3F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ím 1">
            <a:extLst>
              <a:ext uri="{FF2B5EF4-FFF2-40B4-BE49-F238E27FC236}">
                <a16:creationId xmlns:a16="http://schemas.microsoft.com/office/drawing/2014/main" id="{45A7FD28-86E1-64A6-79DF-8EBCA6FEB951}"/>
              </a:ext>
            </a:extLst>
          </p:cNvPr>
          <p:cNvSpPr txBox="1">
            <a:spLocks/>
          </p:cNvSpPr>
          <p:nvPr/>
        </p:nvSpPr>
        <p:spPr>
          <a:xfrm>
            <a:off x="1776524" y="83662"/>
            <a:ext cx="8638951" cy="5145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u-HU" sz="3200" dirty="0" err="1"/>
              <a:t>Trello</a:t>
            </a:r>
            <a:endParaRPr lang="hu-HU" dirty="0"/>
          </a:p>
        </p:txBody>
      </p:sp>
      <p:pic>
        <p:nvPicPr>
          <p:cNvPr id="4" name="Kép 3" descr="A képen szöveg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296671D-8624-08DC-D25C-2DD7658D7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68" y="706367"/>
            <a:ext cx="5433531" cy="5982218"/>
          </a:xfrm>
          <a:prstGeom prst="rect">
            <a:avLst/>
          </a:prstGeom>
        </p:spPr>
      </p:pic>
      <p:pic>
        <p:nvPicPr>
          <p:cNvPr id="7" name="Kép 6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41E1021-529D-E654-7870-2DB921D9F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1" y="706367"/>
            <a:ext cx="5433531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2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3D0F-DFAE-825E-D0D9-B03AB05D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képernyőkép, szoftver, Multimédiás szoftver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BFA794B-0A85-6FD4-ECE7-DD6EA5CA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29" y="1327611"/>
            <a:ext cx="11396340" cy="4202777"/>
          </a:xfrm>
          <a:prstGeom prst="rect">
            <a:avLst/>
          </a:prstGeo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C08AAE63-C0A9-7540-D2E6-E6465FA93A18}"/>
              </a:ext>
            </a:extLst>
          </p:cNvPr>
          <p:cNvSpPr txBox="1">
            <a:spLocks/>
          </p:cNvSpPr>
          <p:nvPr/>
        </p:nvSpPr>
        <p:spPr>
          <a:xfrm>
            <a:off x="1776524" y="486785"/>
            <a:ext cx="8638951" cy="5145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u-HU" sz="3200" dirty="0"/>
              <a:t>Backend struktúra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69819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8A118-CDAF-3938-F1BC-39220A30A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16CD97CE-2EC7-FBDC-E192-37D4F5B297DE}"/>
              </a:ext>
            </a:extLst>
          </p:cNvPr>
          <p:cNvSpPr txBox="1">
            <a:spLocks/>
          </p:cNvSpPr>
          <p:nvPr/>
        </p:nvSpPr>
        <p:spPr>
          <a:xfrm>
            <a:off x="1776524" y="486785"/>
            <a:ext cx="8638951" cy="5145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u-HU" sz="3200" dirty="0"/>
              <a:t>Frontend struktúra</a:t>
            </a:r>
            <a:endParaRPr lang="hu-HU" dirty="0"/>
          </a:p>
        </p:txBody>
      </p:sp>
      <p:pic>
        <p:nvPicPr>
          <p:cNvPr id="5" name="Kép 4" descr="A képen képernyőkép, szöveg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AC16A66-ACAB-955E-C6BE-7478E2E6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4" y="1388144"/>
            <a:ext cx="11109052" cy="408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0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13B8-468A-67AD-981B-434CC0EB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1FDCE3B-29C3-0021-66C1-32B37AC23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685" y="567442"/>
            <a:ext cx="6576630" cy="57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18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112F-76D5-F26E-5BF8-EAE75767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4521556-F389-944D-3500-E7FC86FD6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858" y="1199957"/>
            <a:ext cx="6744284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1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AB0C-25B1-39F0-2057-72DDEF3F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DA9F719-83BC-5C60-93C6-918764A35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803" y="1019262"/>
            <a:ext cx="7066394" cy="48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19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F1546-899D-A56E-6B5E-4FB46E7D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képernyőkép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D4C5428-C36F-E8CD-9853-AF19C5537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4" y="281667"/>
            <a:ext cx="8893311" cy="62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5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A8F7-CB10-0929-2075-7402F5C6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képernyőkép, lil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6630B3E-7905-3A81-90C7-BC3155158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989" y="1098214"/>
            <a:ext cx="8264022" cy="466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1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4B1A-1514-77B2-13D8-2A831FEE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A képen szöveg, képernyőkép, szoftver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F8662D7-2118-A6BC-24CD-8CCC9600D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87" y="844815"/>
            <a:ext cx="7734226" cy="516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02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0B57-E674-E71B-F7F3-1BCAB5102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6154DE2-0C93-79C5-0777-3BE43FA4E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038" y="776163"/>
            <a:ext cx="7779923" cy="530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7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E4E5-21F8-CA9D-0A1D-DE0B7806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A képen szöveg, képernyőkép, szoftve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DB1633A-C8C3-A2CA-9184-C726A5007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858" y="807493"/>
            <a:ext cx="6744284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25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2DD2F-2BE2-22A6-3323-149483C6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21AFC25-6402-DB8F-35CA-48A6C9491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490" y="1130424"/>
            <a:ext cx="6697019" cy="45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3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E4716-0E41-7AE7-CD61-49C2AB01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képernyőkép, multimédia, Operációs rendsz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821B63D-95DB-330B-EDBD-AEF59A95A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34" y="716045"/>
            <a:ext cx="6835732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60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F592-AA33-42D2-598F-694042804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9290E48D-9923-BC4D-155C-F1E381138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787" y="2869109"/>
            <a:ext cx="10604426" cy="1119781"/>
          </a:xfrm>
        </p:spPr>
        <p:txBody>
          <a:bodyPr/>
          <a:lstStyle/>
          <a:p>
            <a:pPr algn="ctr"/>
            <a:r>
              <a:rPr lang="hu-HU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704783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23</Words>
  <Application>Microsoft Office PowerPoint</Application>
  <PresentationFormat>Szélesvásznú</PresentationFormat>
  <Paragraphs>16</Paragraphs>
  <Slides>17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2" baseType="lpstr">
      <vt:lpstr>Aptos</vt:lpstr>
      <vt:lpstr>Arial</vt:lpstr>
      <vt:lpstr>Century Gothic</vt:lpstr>
      <vt:lpstr>Wingdings 3</vt:lpstr>
      <vt:lpstr>Ion</vt:lpstr>
      <vt:lpstr>CtrlAltDefekt - Kvízjáték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27</cp:revision>
  <dcterms:created xsi:type="dcterms:W3CDTF">2025-11-17T00:27:29Z</dcterms:created>
  <dcterms:modified xsi:type="dcterms:W3CDTF">2025-12-07T14:20:32Z</dcterms:modified>
</cp:coreProperties>
</file>