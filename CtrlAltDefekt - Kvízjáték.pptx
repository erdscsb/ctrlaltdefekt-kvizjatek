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14"/>
  </p:notesMasterIdLst>
  <p:sldIdLst>
    <p:sldId id="256" r:id="rId2"/>
    <p:sldId id="257" r:id="rId3"/>
    <p:sldId id="260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5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55E23B-0C02-45C8-90A8-1DD4A0703ACF}" type="datetimeFigureOut">
              <a:rPr lang="hu-HU" smtClean="0"/>
              <a:t>2025. 11. 17.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B59CB9-3FBD-4C6A-B95F-626319C0553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24206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B59CB9-3FBD-4C6A-B95F-626319C0553F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86856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5DC4C-EC1A-B0EE-B6E1-B06557EDF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12ABF0EE-3852-AE83-D42F-E73DE6B1A7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247B7BEE-90EB-1CD7-7946-1FAA10C4B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6F3A1F75-4C54-679C-90E2-142DEF350D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B59CB9-3FBD-4C6A-B95F-626319C0553F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466885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DA604-D953-5E99-CDE5-2CD376042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8FE305C8-BF38-2BE1-D42E-BCE48427F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BED30FA4-4108-EFE7-A667-3A4E107B35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9A0015E0-5C7B-53F9-B11A-99C4CAB9F4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B59CB9-3FBD-4C6A-B95F-626319C0553F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586080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0FF22-647C-893E-27A9-D10C97AD0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353D6E67-D1DA-90BA-7F6D-294D9CD7A2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39ED3D71-5300-E9D6-9326-85AF7C8A9C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787B8F0E-EB29-4D05-BE72-E85211C9C8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B59CB9-3FBD-4C6A-B95F-626319C0553F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057239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A0A3A-DF08-A283-D822-195F54D18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CCAEB8B5-E37D-6CDA-F8EF-BEE643AB63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E0A3EE64-5AF2-6A8D-E0B6-E98A27FCF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CC402CCB-9278-DA7E-9518-F513EF67F4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B59CB9-3FBD-4C6A-B95F-626319C0553F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48190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8715C-D22B-C290-3E83-1135CF89F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B594115E-5D03-2B0A-3889-C8F6ABD86B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0ADBFEE8-3124-D7BE-71E6-B0769CE726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16DC79E8-71D7-6CF6-34D2-ECE8E63AE6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B59CB9-3FBD-4C6A-B95F-626319C0553F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9611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C4D0F-E820-4ED5-BFE5-C7DE8876BBB6}" type="datetimeFigureOut">
              <a:rPr lang="hu-HU" smtClean="0"/>
              <a:t>2025. 11. 17.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3631D-759A-484E-AC3A-752BAB01201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726148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C4D0F-E820-4ED5-BFE5-C7DE8876BBB6}" type="datetimeFigureOut">
              <a:rPr lang="hu-HU" smtClean="0"/>
              <a:t>2025. 11. 17.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3631D-759A-484E-AC3A-752BAB01201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705661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C4D0F-E820-4ED5-BFE5-C7DE8876BBB6}" type="datetimeFigureOut">
              <a:rPr lang="hu-HU" smtClean="0"/>
              <a:t>2025. 11. 17.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3631D-759A-484E-AC3A-752BAB01201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43058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C4D0F-E820-4ED5-BFE5-C7DE8876BBB6}" type="datetimeFigureOut">
              <a:rPr lang="hu-HU" smtClean="0"/>
              <a:t>2025. 11. 17.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3631D-759A-484E-AC3A-752BAB01201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34041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C4D0F-E820-4ED5-BFE5-C7DE8876BBB6}" type="datetimeFigureOut">
              <a:rPr lang="hu-HU" smtClean="0"/>
              <a:t>2025. 11. 17.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3631D-759A-484E-AC3A-752BAB01201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754149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C4D0F-E820-4ED5-BFE5-C7DE8876BBB6}" type="datetimeFigureOut">
              <a:rPr lang="hu-HU" smtClean="0"/>
              <a:t>2025. 11. 17.</a:t>
            </a:fld>
            <a:endParaRPr lang="hu-HU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3631D-759A-484E-AC3A-752BAB01201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71396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C4D0F-E820-4ED5-BFE5-C7DE8876BBB6}" type="datetimeFigureOut">
              <a:rPr lang="hu-HU" smtClean="0"/>
              <a:t>2025. 11. 17.</a:t>
            </a:fld>
            <a:endParaRPr lang="hu-HU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3631D-759A-484E-AC3A-752BAB01201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439246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3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5" y="3129280"/>
            <a:ext cx="34010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C4D0F-E820-4ED5-BFE5-C7DE8876BBB6}" type="datetimeFigureOut">
              <a:rPr lang="hu-HU" smtClean="0"/>
              <a:t>2025. 11. 17.</a:t>
            </a:fld>
            <a:endParaRPr lang="hu-HU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3631D-759A-484E-AC3A-752BAB01201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42390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C4D0F-E820-4ED5-BFE5-C7DE8876BBB6}" type="datetimeFigureOut">
              <a:rPr lang="hu-HU" smtClean="0"/>
              <a:t>2025. 11. 17.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3631D-759A-484E-AC3A-752BAB01201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2277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799"/>
            <a:ext cx="8825658" cy="3640667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C4D0F-E820-4ED5-BFE5-C7DE8876BBB6}" type="datetimeFigureOut">
              <a:rPr lang="hu-HU" smtClean="0"/>
              <a:t>2025. 11. 17.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3631D-759A-484E-AC3A-752BAB01201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95770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C4D0F-E820-4ED5-BFE5-C7DE8876BBB6}" type="datetimeFigureOut">
              <a:rPr lang="hu-HU" smtClean="0"/>
              <a:t>2025. 11. 17.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3631D-759A-484E-AC3A-752BAB01201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12478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0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C4D0F-E820-4ED5-BFE5-C7DE8876BBB6}" type="datetimeFigureOut">
              <a:rPr lang="hu-HU" smtClean="0"/>
              <a:t>2025. 11. 17.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3631D-759A-484E-AC3A-752BAB01201E}" type="slidenum">
              <a:rPr lang="hu-HU" smtClean="0"/>
              <a:t>‹#›</a:t>
            </a:fld>
            <a:endParaRPr lang="hu-HU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202702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5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C4D0F-E820-4ED5-BFE5-C7DE8876BBB6}" type="datetimeFigureOut">
              <a:rPr lang="hu-HU" smtClean="0"/>
              <a:t>2025. 11. 17.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3631D-759A-484E-AC3A-752BAB01201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28779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C4D0F-E820-4ED5-BFE5-C7DE8876BBB6}" type="datetimeFigureOut">
              <a:rPr lang="hu-HU" smtClean="0"/>
              <a:t>2025. 11. 17.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3631D-759A-484E-AC3A-752BAB01201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1223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C4D0F-E820-4ED5-BFE5-C7DE8876BBB6}" type="datetimeFigureOut">
              <a:rPr lang="hu-HU" smtClean="0"/>
              <a:t>2025. 11. 17.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3631D-759A-484E-AC3A-752BAB01201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693925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C4D0F-E820-4ED5-BFE5-C7DE8876BBB6}" type="datetimeFigureOut">
              <a:rPr lang="hu-HU" smtClean="0"/>
              <a:t>2025. 11. 17.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3631D-759A-484E-AC3A-752BAB01201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2919610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C4D0F-E820-4ED5-BFE5-C7DE8876BBB6}" type="datetimeFigureOut">
              <a:rPr lang="hu-HU" smtClean="0"/>
              <a:t>2025. 11. 17.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3631D-759A-484E-AC3A-752BAB01201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79139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4"/>
          <a:stretch/>
        </p:blipFill>
        <p:spPr>
          <a:xfrm>
            <a:off x="0" y="2669685"/>
            <a:ext cx="4035669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7000"/>
                </a:schemeClr>
              </a:gs>
              <a:gs pos="69000">
                <a:schemeClr val="accent5">
                  <a:alpha val="0"/>
                </a:schemeClr>
              </a:gs>
              <a:gs pos="36000">
                <a:schemeClr val="accent5"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EAAC4D0F-E820-4ED5-BFE5-C7DE8876BBB6}" type="datetimeFigureOut">
              <a:rPr lang="hu-HU" smtClean="0"/>
              <a:t>2025. 11. 17.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D3631D-759A-484E-AC3A-752BAB01201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4546360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C7EE2B3-D499-F430-5FC3-0F67B92CC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5383" y="2847668"/>
            <a:ext cx="11221233" cy="1162664"/>
          </a:xfrm>
        </p:spPr>
        <p:txBody>
          <a:bodyPr/>
          <a:lstStyle/>
          <a:p>
            <a:pPr algn="ctr"/>
            <a:r>
              <a:rPr lang="hu-HU" dirty="0" err="1"/>
              <a:t>CtrlAltDefekt</a:t>
            </a:r>
            <a:r>
              <a:rPr lang="hu-HU" dirty="0"/>
              <a:t> - Kvízjáték</a:t>
            </a:r>
          </a:p>
        </p:txBody>
      </p:sp>
    </p:spTree>
    <p:extLst>
      <p:ext uri="{BB962C8B-B14F-4D97-AF65-F5344CB8AC3E}">
        <p14:creationId xmlns:p14="http://schemas.microsoft.com/office/powerpoint/2010/main" val="40593783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013B8-468A-67AD-981B-434CC0EBE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Kép 7" descr="A képen szöveg, képernyőkép, Betűtípu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71FDCE3B-29C3-0021-66C1-32B37AC232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7685" y="567442"/>
            <a:ext cx="6576630" cy="5723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38187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6112F-76D5-F26E-5BF8-EAE757674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szöveg, képernyőkép, tervezé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4521556-F389-944D-3500-E7FC86FD63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3858" y="1199957"/>
            <a:ext cx="6744284" cy="4458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811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6AB0C-25B1-39F0-2057-72DDEF3F2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Kép 5" descr="A képen szöveg, képernyőkép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217F1494-239C-3764-A12C-0943BEECD8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1973" y="777086"/>
            <a:ext cx="7548054" cy="5303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16198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F1546-899D-A56E-6B5E-4FB46E7DB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szöveg, képernyőkép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91B9883D-C1BF-18EA-C7C9-072766D67C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533" y="399787"/>
            <a:ext cx="8458933" cy="605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753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4A8F7-CB10-0929-2075-7402F5C6E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 descr="A képen képernyőkép, lil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26630B3E-7905-3A81-90C7-BC31551585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3989" y="1098214"/>
            <a:ext cx="8264022" cy="4661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4160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04B1A-1514-77B2-13D8-2A831FEEF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Kép 7" descr="A képen szöveg, képernyőkép, szoftver, képernyő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F8662D7-2118-A6BC-24CD-8CCC9600DE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87" y="844815"/>
            <a:ext cx="7734226" cy="5168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8026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90B57-E674-E71B-F7F3-1BCAB5102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szöveg, képernyőkép, szoftver, képernyő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6154DE2-0C93-79C5-0777-3BE43FA4ED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6038" y="776163"/>
            <a:ext cx="7779923" cy="530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677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6E4E5-21F8-CA9D-0A1D-DE0B78067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Kép 5" descr="A képen szöveg, képernyőkép, szoftver, Betűtípu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6DB1633A-C8C3-A2CA-9184-C726A50070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3858" y="807493"/>
            <a:ext cx="6744284" cy="5243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25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2DD2F-2BE2-22A6-3323-149483C65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szöveg, képernyőkép, Betűtípu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F21AFC25-6402-DB8F-35CA-48A6C94915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7490" y="1130424"/>
            <a:ext cx="6697019" cy="4597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49352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E4716-0E41-7AE7-CD61-49C2AB012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 descr="A képen szöveg, képernyőkép, multimédia, Operációs rendsz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F821B63D-95DB-330B-EDBD-AEF59A95AD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8134" y="716045"/>
            <a:ext cx="6835732" cy="5425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7601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9F592-AA33-42D2-598F-694042804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ím 3">
            <a:extLst>
              <a:ext uri="{FF2B5EF4-FFF2-40B4-BE49-F238E27FC236}">
                <a16:creationId xmlns:a16="http://schemas.microsoft.com/office/drawing/2014/main" id="{9290E48D-9923-BC4D-155C-F1E3811388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3787" y="2869109"/>
            <a:ext cx="10604426" cy="1119781"/>
          </a:xfrm>
        </p:spPr>
        <p:txBody>
          <a:bodyPr/>
          <a:lstStyle/>
          <a:p>
            <a:pPr algn="ctr"/>
            <a:r>
              <a:rPr lang="hu-HU" dirty="0"/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270478304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EC76B5"/>
      </a:hlink>
      <a:folHlink>
        <a:srgbClr val="E8ACCD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A207AED3-9ABC-4A18-9978-A59B65688B15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15</TotalTime>
  <Words>13</Words>
  <Application>Microsoft Office PowerPoint</Application>
  <PresentationFormat>Szélesvásznú</PresentationFormat>
  <Paragraphs>8</Paragraphs>
  <Slides>12</Slides>
  <Notes>6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7" baseType="lpstr">
      <vt:lpstr>Aptos</vt:lpstr>
      <vt:lpstr>Arial</vt:lpstr>
      <vt:lpstr>Century Gothic</vt:lpstr>
      <vt:lpstr>Wingdings 3</vt:lpstr>
      <vt:lpstr>Ion</vt:lpstr>
      <vt:lpstr>CtrlAltDefekt - Kvízjáték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16</cp:revision>
  <dcterms:created xsi:type="dcterms:W3CDTF">2025-11-17T00:27:29Z</dcterms:created>
  <dcterms:modified xsi:type="dcterms:W3CDTF">2025-11-17T00:42:37Z</dcterms:modified>
</cp:coreProperties>
</file>